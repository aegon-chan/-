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8686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探秘山地力量</a:t>
            </a:r>
            <a:br/>
            <a:r>
              <a:t>青少年山地科学营2026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0"/>
                </a:solidFill>
              </a:defRPr>
            </a:pPr>
            <a:r>
              <a:t>活动主视觉封面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6F0EB"/>
                </a:solidFill>
              </a:defRPr>
            </a:pPr>
            <a:r>
              <a:t>青少年山地科学营2026  |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8686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开营仪式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0"/>
                </a:solidFill>
              </a:defRPr>
            </a:pPr>
            <a:r>
              <a:t>探索山地科学之旅正式启程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6F0EB"/>
                </a:solidFill>
              </a:defRPr>
            </a:pPr>
            <a:r>
              <a:t>青少年山地科学营2026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8686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开营仪式流程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0"/>
                </a:solidFill>
              </a:defRPr>
            </a:pPr>
            <a:r>
              <a:t>领导致辞、专家寄语、授旗仪式、学员发言、宣布开营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6F0EB"/>
                </a:solidFill>
              </a:defRPr>
            </a:pPr>
            <a:r>
              <a:t>青少年山地科学营2026  |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8686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领导致辞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0"/>
                </a:solidFill>
              </a:defRPr>
            </a:pPr>
            <a:r>
              <a:t>LEADERS'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6F0EB"/>
                </a:solidFill>
              </a:defRPr>
            </a:pPr>
            <a:r>
              <a:t>青少年山地科学营2026  |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8686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领导嘉宾介绍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0"/>
                </a:solidFill>
              </a:defRPr>
            </a:pPr>
            <a:r>
              <a:t>姓名、职务、单位、寄语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6F0EB"/>
                </a:solidFill>
              </a:defRPr>
            </a:pPr>
            <a:r>
              <a:t>青少年山地科学营2026  |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8686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专家讲座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0"/>
                </a:solidFill>
              </a:defRPr>
            </a:pPr>
            <a:r>
              <a:t>聆听科学声音 探索山地奥秘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6F0EB"/>
                </a:solidFill>
              </a:defRPr>
            </a:pPr>
            <a:r>
              <a:t>青少年山地科学营2026  |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8686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专家介绍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0"/>
                </a:solidFill>
              </a:defRPr>
            </a:pPr>
            <a:r>
              <a:t>专家照片、研究方向、代表成果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6F0EB"/>
                </a:solidFill>
              </a:defRPr>
            </a:pPr>
            <a:r>
              <a:t>青少年山地科学营2026  |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8686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讲座主题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0"/>
                </a:solidFill>
              </a:defRPr>
            </a:pPr>
            <a:r>
              <a:t>主讲专家:XXX教授</a:t>
            </a:r>
            <a:br/>
            <a:r>
              <a:t>主题:山地科学探索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6F0EB"/>
                </a:solidFill>
              </a:defRPr>
            </a:pPr>
            <a:r>
              <a:t>青少年山地科学营2026  |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8686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科学实践探索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0"/>
                </a:solidFill>
              </a:defRPr>
            </a:pPr>
            <a:r>
              <a:t>从课堂走向山地现场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6F0EB"/>
                </a:solidFill>
              </a:defRPr>
            </a:pPr>
            <a:r>
              <a:t>青少年山地科学营2026  |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8686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实践任务发布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0"/>
                </a:solidFill>
              </a:defRPr>
            </a:pPr>
            <a:r>
              <a:t>地貌观察、野外调查、科学记录、成果汇报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6F0EB"/>
                </a:solidFill>
              </a:defRPr>
            </a:pPr>
            <a:r>
              <a:t>青少年山地科学营2026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8686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结营仪式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0"/>
                </a:solidFill>
              </a:defRPr>
            </a:pPr>
            <a:r>
              <a:t>山海相遇 科学同行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6F0EB"/>
                </a:solidFill>
              </a:defRPr>
            </a:pPr>
            <a:r>
              <a:t>青少年山地科学营2026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8686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荣誉时刻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0"/>
                </a:solidFill>
              </a:defRPr>
            </a:pPr>
            <a:r>
              <a:t>表彰优秀探索成果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6F0EB"/>
                </a:solidFill>
              </a:defRPr>
            </a:pPr>
            <a:r>
              <a:t>青少年山地科学营2026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8686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优秀营员奖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0"/>
                </a:solidFill>
              </a:defRPr>
            </a:pPr>
            <a:r>
              <a:t>获奖名单展示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6F0EB"/>
                </a:solidFill>
              </a:defRPr>
            </a:pPr>
            <a:r>
              <a:t>青少年山地科学营2026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8686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优秀团队展示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0"/>
                </a:solidFill>
              </a:defRPr>
            </a:pPr>
            <a:r>
              <a:t>团队名称、成员信息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6F0EB"/>
                </a:solidFill>
              </a:defRPr>
            </a:pPr>
            <a:r>
              <a:t>青少年山地科学营2026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8686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活动成果回顾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0"/>
                </a:solidFill>
              </a:defRPr>
            </a:pPr>
            <a:r>
              <a:t>课堂学习、野外实践、专家交流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6F0EB"/>
                </a:solidFill>
              </a:defRPr>
            </a:pPr>
            <a:r>
              <a:t>青少年山地科学营2026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8686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营员感言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0"/>
                </a:solidFill>
              </a:defRPr>
            </a:pPr>
            <a:r>
              <a:t>少年的科学梦想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6F0EB"/>
                </a:solidFill>
              </a:defRPr>
            </a:pPr>
            <a:r>
              <a:t>青少年山地科学营2026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8686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成果展示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0"/>
                </a:solidFill>
              </a:defRPr>
            </a:pPr>
            <a:r>
              <a:t>探索成果与精彩瞬间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6F0EB"/>
                </a:solidFill>
              </a:defRPr>
            </a:pPr>
            <a:r>
              <a:t>青少年山地科学营2026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8686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感谢同行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0"/>
                </a:solidFill>
              </a:defRPr>
            </a:pPr>
            <a:r>
              <a:t>感谢专家、老师和每一位营员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6F0EB"/>
                </a:solidFill>
              </a:defRPr>
            </a:pPr>
            <a:r>
              <a:t>青少年山地科学营2026  |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8686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毕营总结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0"/>
                </a:solidFill>
              </a:defRPr>
            </a:pPr>
            <a:r>
              <a:t>探索不止步 山地未来见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6F0EB"/>
                </a:solidFill>
              </a:defRPr>
            </a:pPr>
            <a:r>
              <a:t>青少年山地科学营2026  |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8686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结束页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0"/>
                </a:solidFill>
              </a:defRPr>
            </a:pPr>
            <a:r>
              <a:t>青少年山地科学营2026</a:t>
            </a:r>
            <a:br/>
            <a:r>
              <a:t>中国·成都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6F0EB"/>
                </a:solidFill>
              </a:defRPr>
            </a:pPr>
            <a:r>
              <a:t>青少年山地科学营2026  |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